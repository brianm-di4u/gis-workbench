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W_TEST_TEMPLATE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"/>
            <a:ext cx="1097280" cy="54864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Template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2026-10-27T04:10:02Z</dcterms:created>
  <dcterms:modified xsi:type="dcterms:W3CDTF">2026-10-27T04:10:02Z</dcterms:modified>
</cp:coreProperties>
</file>